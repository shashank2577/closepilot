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CLOSEPILOT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563EB"/>
                </a:solidFill>
              </a:rPr>
              <a:t>The Future of Autonomous B2B Deal Flow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$100B Leak in Sales Ops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• 60% of leads are lost due to slow response times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• Sales teams spend 40% of their time on admin tasks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• CRM data is often incomplete or outdated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Closepilot: Your AI Sales Workforce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0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Ingest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286000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22860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Enrich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286000" cy="2286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2860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Close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Production Hardened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• Multi-Agent Orchestration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• Model Context Protocol (MCP) Integration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• Real-time Human-in-the-Loop Dashboard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• Enterprise-grade Security Middleware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Ready to Automate Your Pipeline?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Learn more at closepilot.io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2026-04-19T14:47:12Z</dcterms:created>
  <dcterms:modified xsi:type="dcterms:W3CDTF">2026-04-19T14:47:12Z</dcterms:modified>
</cp:coreProperties>
</file>